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ine Pulse" userId="45eb43e083768498" providerId="LiveId" clId="{FDFE7F6F-2F09-4B93-B411-F99CF919CB5D}"/>
    <pc:docChg chg="undo custSel modSld">
      <pc:chgData name="Divine Pulse" userId="45eb43e083768498" providerId="LiveId" clId="{FDFE7F6F-2F09-4B93-B411-F99CF919CB5D}" dt="2026-05-21T12:15:02.260" v="13" actId="20577"/>
      <pc:docMkLst>
        <pc:docMk/>
      </pc:docMkLst>
      <pc:sldChg chg="modSp mod">
        <pc:chgData name="Divine Pulse" userId="45eb43e083768498" providerId="LiveId" clId="{FDFE7F6F-2F09-4B93-B411-F99CF919CB5D}" dt="2026-05-21T12:15:02.260" v="13" actId="20577"/>
        <pc:sldMkLst>
          <pc:docMk/>
          <pc:sldMk cId="0" sldId="256"/>
        </pc:sldMkLst>
        <pc:spChg chg="mod">
          <ac:chgData name="Divine Pulse" userId="45eb43e083768498" providerId="LiveId" clId="{FDFE7F6F-2F09-4B93-B411-F99CF919CB5D}" dt="2026-05-21T12:14:23.358" v="9" actId="208"/>
          <ac:spMkLst>
            <pc:docMk/>
            <pc:sldMk cId="0" sldId="256"/>
            <ac:spMk id="4" creationId="{00000000-0000-0000-0000-000000000000}"/>
          </ac:spMkLst>
        </pc:spChg>
        <pc:spChg chg="mod">
          <ac:chgData name="Divine Pulse" userId="45eb43e083768498" providerId="LiveId" clId="{FDFE7F6F-2F09-4B93-B411-F99CF919CB5D}" dt="2026-05-21T12:15:02.260" v="13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59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13716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C3F7"/>
                </a:solidFill>
              </a:rPr>
              <a:t>v2.0  |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Lineage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Extraction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Tool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4FC3F7"/>
                </a:solidFill>
              </a:rPr>
              <a:t>Automated · Column-Level · End-to-End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450592"/>
            <a:ext cx="2944368" cy="20117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75234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</a:rPr>
              <a:t>SQL · PySpark · Jupyter · Scala · R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5584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" y="3300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</a:rPr>
              <a:t>GitHub Repositories (direct clone)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39593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5216" y="3904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</a:rPr>
              <a:t>Power BI · Looker · Qlik · Tableau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448056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" y="4453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FC3F7"/>
                </a:solidFill>
              </a:rPr>
              <a:t>Excel: Column Lineage + Job Summary + E2E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3730752" y="201168"/>
            <a:ext cx="5193792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730752" y="201168"/>
            <a:ext cx="5193792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32918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79392" y="329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EF4444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931920" y="777240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931920" y="777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✕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206240" y="713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Data lineage documented manually — takes weeks, prone to errors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931920" y="1133856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931920" y="1133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✕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206240" y="10698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No column-level visibility — can't trace which source column feeds which target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931920" y="1490472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931920" y="1490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✕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206240" y="1426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BI reports disconnected — no link between pipeline outputs and dashboard inputs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931920" y="1847088"/>
            <a:ext cx="20116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93192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✕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20624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Databricks → BigQuery migration blind — unknown impact, complexity unassessed</a:t>
            </a:r>
            <a:endParaRPr lang="en-US" sz="9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2487168"/>
            <a:ext cx="292608" cy="29260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3730752" y="2798064"/>
            <a:ext cx="5193792" cy="21305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730752" y="2798064"/>
            <a:ext cx="5193792" cy="411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29260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279392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4B8A6"/>
                </a:solidFill>
              </a:rPr>
              <a:t>OUR SOLUTION</a:t>
            </a:r>
            <a:endParaRPr lang="en-US" sz="11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3364992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224528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Auto-extract column-level lineage from ANY pipeline file in seconds — not weeks</a:t>
            </a:r>
            <a:endParaRPr lang="en-US" sz="95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3707892"/>
            <a:ext cx="219456" cy="21945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224528" y="36530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GitHub integration — point to a repo, scan every file automatically, no manual download</a:t>
            </a:r>
            <a:endParaRPr lang="en-US" sz="9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4050792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224528" y="3995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E2E lineage — marry pipeline output with BI report input to trace source → dashboard</a:t>
            </a:r>
            <a:endParaRPr lang="en-US" sz="95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4393692"/>
            <a:ext cx="219456" cy="219456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4224528" y="43388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AI job descriptions (Groq) auto-generated per pipeline in Sheet 2 of every output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3730752" y="4745736"/>
            <a:ext cx="1298448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3803904" y="474573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5FA5"/>
                </a:solidFill>
              </a:rPr>
              <a:t>13+  </a:t>
            </a:r>
            <a:r>
              <a:rPr lang="en-US" sz="900" dirty="0">
                <a:solidFill>
                  <a:srgbClr val="94A3B8"/>
                </a:solidFill>
              </a:rPr>
              <a:t>File Formats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5029200" y="4745736"/>
            <a:ext cx="1298448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5102352" y="474573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</a:rPr>
              <a:t>Sec  </a:t>
            </a:r>
            <a:r>
              <a:rPr lang="en-US" sz="900" dirty="0">
                <a:solidFill>
                  <a:srgbClr val="94A3B8"/>
                </a:solidFill>
              </a:rPr>
              <a:t>Per File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6327648" y="4745736"/>
            <a:ext cx="1298448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6400800" y="474573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5FA5"/>
                </a:solidFill>
              </a:rPr>
              <a:t>3-in-1  </a:t>
            </a:r>
            <a:r>
              <a:rPr lang="en-US" sz="900" dirty="0">
                <a:solidFill>
                  <a:srgbClr val="94A3B8"/>
                </a:solidFill>
              </a:rPr>
              <a:t>Pipelines</a:t>
            </a:r>
            <a:endParaRPr lang="en-US" sz="1200" dirty="0"/>
          </a:p>
        </p:txBody>
      </p:sp>
      <p:sp>
        <p:nvSpPr>
          <p:cNvPr id="52" name="Shape 39"/>
          <p:cNvSpPr/>
          <p:nvPr/>
        </p:nvSpPr>
        <p:spPr>
          <a:xfrm>
            <a:off x="7626096" y="4745736"/>
            <a:ext cx="1298448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699248" y="474573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</a:rPr>
              <a:t>E2E  </a:t>
            </a:r>
            <a:r>
              <a:rPr lang="en-US" sz="900" dirty="0">
                <a:solidFill>
                  <a:srgbClr val="94A3B8"/>
                </a:solidFill>
              </a:rPr>
              <a:t>Lineage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167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Divine Pulse</cp:lastModifiedBy>
  <cp:revision>1</cp:revision>
  <dcterms:created xsi:type="dcterms:W3CDTF">2026-05-21T09:06:59Z</dcterms:created>
  <dcterms:modified xsi:type="dcterms:W3CDTF">2026-05-21T12:15:08Z</dcterms:modified>
</cp:coreProperties>
</file>